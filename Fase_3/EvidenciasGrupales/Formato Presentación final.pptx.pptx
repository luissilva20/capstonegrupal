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Fzekr2JLInJhzz+U2w9FjoFAa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8317DC-60F9-4DB0-87C7-A98C8C88BD22}">
  <a:tblStyle styleId="{F08317DC-60F9-4DB0-87C7-A98C8C88BD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76d375ee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a76d375ee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76d375ee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76d375ee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76d375ee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a76d375ee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76d375ee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76d375ee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289322"/>
            <a:ext cx="3238500" cy="10576322"/>
            <a:chOff x="0" y="-76200"/>
            <a:chExt cx="852938" cy="278553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 extrusionOk="0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666750" y="666750"/>
            <a:ext cx="7191375" cy="8953500"/>
          </a:xfrm>
          <a:custGeom>
            <a:avLst/>
            <a:gdLst/>
            <a:ahLst/>
            <a:cxnLst/>
            <a:rect l="l" t="t" r="r" b="b"/>
            <a:pathLst>
              <a:path w="928643" h="1156192" extrusionOk="0">
                <a:moveTo>
                  <a:pt x="37679" y="0"/>
                </a:moveTo>
                <a:lnTo>
                  <a:pt x="890964" y="0"/>
                </a:lnTo>
                <a:cubicBezTo>
                  <a:pt x="900957" y="0"/>
                  <a:pt x="910541" y="3970"/>
                  <a:pt x="917607" y="11036"/>
                </a:cubicBezTo>
                <a:cubicBezTo>
                  <a:pt x="924673" y="18102"/>
                  <a:pt x="928643" y="27686"/>
                  <a:pt x="928643" y="37679"/>
                </a:cubicBezTo>
                <a:lnTo>
                  <a:pt x="928643" y="1118512"/>
                </a:lnTo>
                <a:cubicBezTo>
                  <a:pt x="928643" y="1139322"/>
                  <a:pt x="911774" y="1156192"/>
                  <a:pt x="890964" y="1156192"/>
                </a:cubicBezTo>
                <a:lnTo>
                  <a:pt x="37679" y="1156192"/>
                </a:lnTo>
                <a:cubicBezTo>
                  <a:pt x="16870" y="1156192"/>
                  <a:pt x="0" y="1139322"/>
                  <a:pt x="0" y="1118512"/>
                </a:cubicBezTo>
                <a:lnTo>
                  <a:pt x="0" y="37679"/>
                </a:lnTo>
                <a:cubicBezTo>
                  <a:pt x="0" y="16870"/>
                  <a:pt x="16870" y="0"/>
                  <a:pt x="37679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98" b="-198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1"/>
          <p:cNvGrpSpPr/>
          <p:nvPr/>
        </p:nvGrpSpPr>
        <p:grpSpPr>
          <a:xfrm>
            <a:off x="8857807" y="708852"/>
            <a:ext cx="8763443" cy="2606827"/>
            <a:chOff x="0" y="-9525"/>
            <a:chExt cx="11684591" cy="3475769"/>
          </a:xfrm>
        </p:grpSpPr>
        <p:sp>
          <p:nvSpPr>
            <p:cNvPr id="89" name="Google Shape;89;p1"/>
            <p:cNvSpPr txBox="1"/>
            <p:nvPr/>
          </p:nvSpPr>
          <p:spPr>
            <a:xfrm>
              <a:off x="0" y="1184275"/>
              <a:ext cx="11684591" cy="2281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199" b="1" i="0" u="none" strike="noStrike" cap="none">
                  <a:solidFill>
                    <a:srgbClr val="EEEEEE"/>
                  </a:solidFill>
                  <a:latin typeface="Arial"/>
                  <a:ea typeface="Arial"/>
                  <a:cs typeface="Arial"/>
                  <a:sym typeface="Arial"/>
                </a:rPr>
                <a:t>Drivequiz</a:t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9525"/>
              <a:ext cx="11684591" cy="606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9296400" y="7934325"/>
            <a:ext cx="8324850" cy="168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PRESENTACIÓN FINAL CAPSTONE</a:t>
            </a:r>
            <a:endParaRPr/>
          </a:p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99" b="0" i="0" u="none" strike="noStrike" cap="non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Profesor: Jorge Guzmán</a:t>
            </a:r>
            <a:endParaRPr/>
          </a:p>
          <a:p>
            <a:pPr marL="0" marR="0" lvl="0" indent="0" algn="l" rtl="0">
              <a:lnSpc>
                <a:spcPct val="11000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99" b="0" i="0" u="none" strike="noStrike" cap="non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357224" y="2962283"/>
            <a:ext cx="4621059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Practica.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Aprende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Aprueba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" name="Google Shape;98;p2"/>
          <p:cNvSpPr/>
          <p:nvPr/>
        </p:nvSpPr>
        <p:spPr>
          <a:xfrm>
            <a:off x="6181539" y="2566228"/>
            <a:ext cx="11450193" cy="2039303"/>
          </a:xfrm>
          <a:custGeom>
            <a:avLst/>
            <a:gdLst/>
            <a:ahLst/>
            <a:cxnLst/>
            <a:rect l="l" t="t" r="r" b="b"/>
            <a:pathLst>
              <a:path w="15266924" h="2719070" extrusionOk="0">
                <a:moveTo>
                  <a:pt x="0" y="271907"/>
                </a:moveTo>
                <a:cubicBezTo>
                  <a:pt x="0" y="121793"/>
                  <a:pt x="121793" y="0"/>
                  <a:pt x="271907" y="0"/>
                </a:cubicBezTo>
                <a:lnTo>
                  <a:pt x="14995018" y="0"/>
                </a:lnTo>
                <a:cubicBezTo>
                  <a:pt x="15145131" y="0"/>
                  <a:pt x="15266924" y="121793"/>
                  <a:pt x="15266924" y="271907"/>
                </a:cubicBezTo>
                <a:lnTo>
                  <a:pt x="15266924" y="2447163"/>
                </a:lnTo>
                <a:cubicBezTo>
                  <a:pt x="15266924" y="2597277"/>
                  <a:pt x="15145131" y="2719070"/>
                  <a:pt x="14995018" y="2719070"/>
                </a:cubicBezTo>
                <a:lnTo>
                  <a:pt x="271907" y="2719070"/>
                </a:lnTo>
                <a:cubicBezTo>
                  <a:pt x="121793" y="2719070"/>
                  <a:pt x="0" y="2597404"/>
                  <a:pt x="0" y="2447163"/>
                </a:cubicBezTo>
                <a:close/>
              </a:path>
            </a:pathLst>
          </a:custGeom>
          <a:solidFill>
            <a:srgbClr val="8887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2"/>
          <p:cNvGrpSpPr/>
          <p:nvPr/>
        </p:nvGrpSpPr>
        <p:grpSpPr>
          <a:xfrm>
            <a:off x="8670756" y="2561466"/>
            <a:ext cx="8965785" cy="2107584"/>
            <a:chOff x="0" y="0"/>
            <a:chExt cx="11954380" cy="2810112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1954380" cy="2683764"/>
            </a:xfrm>
            <a:custGeom>
              <a:avLst/>
              <a:gdLst/>
              <a:ahLst/>
              <a:cxnLst/>
              <a:rect l="l" t="t" r="r" b="b"/>
              <a:pathLst>
                <a:path w="11954380" h="2683764" extrusionOk="0">
                  <a:moveTo>
                    <a:pt x="0" y="0"/>
                  </a:moveTo>
                  <a:lnTo>
                    <a:pt x="11954380" y="0"/>
                  </a:lnTo>
                  <a:lnTo>
                    <a:pt x="11954380" y="2683764"/>
                  </a:lnTo>
                  <a:lnTo>
                    <a:pt x="0" y="26837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892" b="-893"/>
              </a:stretch>
            </a:blip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32092" y="12"/>
              <a:ext cx="11690100" cy="281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Mauricio Bustillos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Web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/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6385470" y="2770160"/>
            <a:ext cx="2290096" cy="1631442"/>
          </a:xfrm>
          <a:custGeom>
            <a:avLst/>
            <a:gdLst/>
            <a:ahLst/>
            <a:cxnLst/>
            <a:rect l="l" t="t" r="r" b="b"/>
            <a:pathLst>
              <a:path w="3053461" h="2175256" extrusionOk="0">
                <a:moveTo>
                  <a:pt x="0" y="217551"/>
                </a:moveTo>
                <a:cubicBezTo>
                  <a:pt x="0" y="97409"/>
                  <a:pt x="97409" y="0"/>
                  <a:pt x="217551" y="0"/>
                </a:cubicBezTo>
                <a:lnTo>
                  <a:pt x="2835910" y="0"/>
                </a:lnTo>
                <a:cubicBezTo>
                  <a:pt x="2956052" y="0"/>
                  <a:pt x="3053461" y="97409"/>
                  <a:pt x="3053461" y="217551"/>
                </a:cubicBezTo>
                <a:lnTo>
                  <a:pt x="3053461" y="1957705"/>
                </a:lnTo>
                <a:cubicBezTo>
                  <a:pt x="3053461" y="2077847"/>
                  <a:pt x="2956052" y="2175256"/>
                  <a:pt x="2835910" y="2175256"/>
                </a:cubicBezTo>
                <a:lnTo>
                  <a:pt x="217551" y="2175256"/>
                </a:lnTo>
                <a:cubicBezTo>
                  <a:pt x="97409" y="2175256"/>
                  <a:pt x="0" y="2077847"/>
                  <a:pt x="0" y="1957705"/>
                </a:cubicBezTo>
                <a:close/>
              </a:path>
            </a:pathLst>
          </a:custGeom>
          <a:solidFill>
            <a:srgbClr val="C4D5EB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181539" y="4809482"/>
            <a:ext cx="11450193" cy="2039303"/>
          </a:xfrm>
          <a:custGeom>
            <a:avLst/>
            <a:gdLst/>
            <a:ahLst/>
            <a:cxnLst/>
            <a:rect l="l" t="t" r="r" b="b"/>
            <a:pathLst>
              <a:path w="15266924" h="2719070" extrusionOk="0">
                <a:moveTo>
                  <a:pt x="0" y="271907"/>
                </a:moveTo>
                <a:cubicBezTo>
                  <a:pt x="0" y="121793"/>
                  <a:pt x="121793" y="0"/>
                  <a:pt x="271907" y="0"/>
                </a:cubicBezTo>
                <a:lnTo>
                  <a:pt x="14995018" y="0"/>
                </a:lnTo>
                <a:cubicBezTo>
                  <a:pt x="15145131" y="0"/>
                  <a:pt x="15266924" y="121793"/>
                  <a:pt x="15266924" y="271907"/>
                </a:cubicBezTo>
                <a:lnTo>
                  <a:pt x="15266924" y="2447163"/>
                </a:lnTo>
                <a:cubicBezTo>
                  <a:pt x="15266924" y="2597277"/>
                  <a:pt x="15145131" y="2719070"/>
                  <a:pt x="14995018" y="2719070"/>
                </a:cubicBezTo>
                <a:lnTo>
                  <a:pt x="271907" y="2719070"/>
                </a:lnTo>
                <a:cubicBezTo>
                  <a:pt x="121793" y="2719070"/>
                  <a:pt x="0" y="2597404"/>
                  <a:pt x="0" y="2447163"/>
                </a:cubicBezTo>
                <a:close/>
              </a:path>
            </a:pathLst>
          </a:custGeom>
          <a:solidFill>
            <a:srgbClr val="8887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" name="Google Shape;104;p2"/>
          <p:cNvGrpSpPr/>
          <p:nvPr/>
        </p:nvGrpSpPr>
        <p:grpSpPr>
          <a:xfrm>
            <a:off x="8670750" y="4709975"/>
            <a:ext cx="8965785" cy="2181391"/>
            <a:chOff x="0" y="0"/>
            <a:chExt cx="11954380" cy="277778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1954380" cy="2683764"/>
            </a:xfrm>
            <a:custGeom>
              <a:avLst/>
              <a:gdLst/>
              <a:ahLst/>
              <a:cxnLst/>
              <a:rect l="l" t="t" r="r" b="b"/>
              <a:pathLst>
                <a:path w="11954380" h="2683764" extrusionOk="0">
                  <a:moveTo>
                    <a:pt x="0" y="0"/>
                  </a:moveTo>
                  <a:lnTo>
                    <a:pt x="11954380" y="0"/>
                  </a:lnTo>
                  <a:lnTo>
                    <a:pt x="11954380" y="2683764"/>
                  </a:lnTo>
                  <a:lnTo>
                    <a:pt x="0" y="26837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892" b="-893"/>
              </a:stretch>
            </a:blip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32080" y="93980"/>
              <a:ext cx="11690100" cy="26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Luis Silva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Mobile 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6385470" y="5013414"/>
            <a:ext cx="2290096" cy="1631442"/>
          </a:xfrm>
          <a:custGeom>
            <a:avLst/>
            <a:gdLst/>
            <a:ahLst/>
            <a:cxnLst/>
            <a:rect l="l" t="t" r="r" b="b"/>
            <a:pathLst>
              <a:path w="3053461" h="2175256" extrusionOk="0">
                <a:moveTo>
                  <a:pt x="0" y="217551"/>
                </a:moveTo>
                <a:cubicBezTo>
                  <a:pt x="0" y="97409"/>
                  <a:pt x="97409" y="0"/>
                  <a:pt x="217551" y="0"/>
                </a:cubicBezTo>
                <a:lnTo>
                  <a:pt x="2835910" y="0"/>
                </a:lnTo>
                <a:cubicBezTo>
                  <a:pt x="2956052" y="0"/>
                  <a:pt x="3053461" y="97409"/>
                  <a:pt x="3053461" y="217551"/>
                </a:cubicBezTo>
                <a:lnTo>
                  <a:pt x="3053461" y="1957705"/>
                </a:lnTo>
                <a:cubicBezTo>
                  <a:pt x="3053461" y="2077847"/>
                  <a:pt x="2956052" y="2175256"/>
                  <a:pt x="2835910" y="2175256"/>
                </a:cubicBezTo>
                <a:lnTo>
                  <a:pt x="217551" y="2175256"/>
                </a:lnTo>
                <a:cubicBezTo>
                  <a:pt x="97409" y="2175256"/>
                  <a:pt x="0" y="2077847"/>
                  <a:pt x="0" y="1957705"/>
                </a:cubicBezTo>
                <a:close/>
              </a:path>
            </a:pathLst>
          </a:custGeom>
          <a:solidFill>
            <a:srgbClr val="C4D5EB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181539" y="7052736"/>
            <a:ext cx="11450193" cy="2039303"/>
          </a:xfrm>
          <a:custGeom>
            <a:avLst/>
            <a:gdLst/>
            <a:ahLst/>
            <a:cxnLst/>
            <a:rect l="l" t="t" r="r" b="b"/>
            <a:pathLst>
              <a:path w="15266924" h="2719070" extrusionOk="0">
                <a:moveTo>
                  <a:pt x="0" y="271907"/>
                </a:moveTo>
                <a:cubicBezTo>
                  <a:pt x="0" y="121793"/>
                  <a:pt x="121793" y="0"/>
                  <a:pt x="271907" y="0"/>
                </a:cubicBezTo>
                <a:lnTo>
                  <a:pt x="14995018" y="0"/>
                </a:lnTo>
                <a:cubicBezTo>
                  <a:pt x="15145131" y="0"/>
                  <a:pt x="15266924" y="121793"/>
                  <a:pt x="15266924" y="271907"/>
                </a:cubicBezTo>
                <a:lnTo>
                  <a:pt x="15266924" y="2447163"/>
                </a:lnTo>
                <a:cubicBezTo>
                  <a:pt x="15266924" y="2597277"/>
                  <a:pt x="15145131" y="2719070"/>
                  <a:pt x="14995018" y="2719070"/>
                </a:cubicBezTo>
                <a:lnTo>
                  <a:pt x="271907" y="2719070"/>
                </a:lnTo>
                <a:cubicBezTo>
                  <a:pt x="121793" y="2719070"/>
                  <a:pt x="0" y="2597404"/>
                  <a:pt x="0" y="2447163"/>
                </a:cubicBezTo>
                <a:close/>
              </a:path>
            </a:pathLst>
          </a:custGeom>
          <a:solidFill>
            <a:srgbClr val="8887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2"/>
          <p:cNvGrpSpPr/>
          <p:nvPr/>
        </p:nvGrpSpPr>
        <p:grpSpPr>
          <a:xfrm>
            <a:off x="8670750" y="6953225"/>
            <a:ext cx="8965785" cy="2181391"/>
            <a:chOff x="0" y="0"/>
            <a:chExt cx="11954380" cy="277778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1954380" cy="2683764"/>
            </a:xfrm>
            <a:custGeom>
              <a:avLst/>
              <a:gdLst/>
              <a:ahLst/>
              <a:cxnLst/>
              <a:rect l="l" t="t" r="r" b="b"/>
              <a:pathLst>
                <a:path w="11954380" h="2683764" extrusionOk="0">
                  <a:moveTo>
                    <a:pt x="0" y="0"/>
                  </a:moveTo>
                  <a:lnTo>
                    <a:pt x="11954380" y="0"/>
                  </a:lnTo>
                  <a:lnTo>
                    <a:pt x="11954380" y="2683764"/>
                  </a:lnTo>
                  <a:lnTo>
                    <a:pt x="0" y="26837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t="-892" b="-893"/>
              </a:stretch>
            </a:blip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32080" y="93980"/>
              <a:ext cx="11690100" cy="268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Belén Rojas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/>
            </a:p>
            <a:p>
              <a:pPr marL="542925" marR="0" lvl="2" indent="-19050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r>
                <a:rPr lang="en-US" sz="3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roject management</a:t>
              </a:r>
              <a:endParaRPr/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6385470" y="7256668"/>
            <a:ext cx="2290096" cy="1631442"/>
          </a:xfrm>
          <a:custGeom>
            <a:avLst/>
            <a:gdLst/>
            <a:ahLst/>
            <a:cxnLst/>
            <a:rect l="l" t="t" r="r" b="b"/>
            <a:pathLst>
              <a:path w="3053461" h="2175256" extrusionOk="0">
                <a:moveTo>
                  <a:pt x="0" y="217551"/>
                </a:moveTo>
                <a:cubicBezTo>
                  <a:pt x="0" y="97409"/>
                  <a:pt x="97409" y="0"/>
                  <a:pt x="217551" y="0"/>
                </a:cubicBezTo>
                <a:lnTo>
                  <a:pt x="2835910" y="0"/>
                </a:lnTo>
                <a:cubicBezTo>
                  <a:pt x="2956052" y="0"/>
                  <a:pt x="3053461" y="97409"/>
                  <a:pt x="3053461" y="217551"/>
                </a:cubicBezTo>
                <a:lnTo>
                  <a:pt x="3053461" y="1957705"/>
                </a:lnTo>
                <a:cubicBezTo>
                  <a:pt x="3053461" y="2077847"/>
                  <a:pt x="2956052" y="2175256"/>
                  <a:pt x="2835910" y="2175256"/>
                </a:cubicBezTo>
                <a:lnTo>
                  <a:pt x="217551" y="2175256"/>
                </a:lnTo>
                <a:cubicBezTo>
                  <a:pt x="97409" y="2175256"/>
                  <a:pt x="0" y="2077847"/>
                  <a:pt x="0" y="1957705"/>
                </a:cubicBezTo>
                <a:close/>
              </a:path>
            </a:pathLst>
          </a:custGeom>
          <a:solidFill>
            <a:srgbClr val="C4D5EB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95722" y="541962"/>
            <a:ext cx="1810511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448930" y="4519344"/>
            <a:ext cx="523056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/>
          </a:p>
        </p:txBody>
      </p:sp>
      <p:cxnSp>
        <p:nvCxnSpPr>
          <p:cNvPr id="115" name="Google Shape;115;p2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1" name="Google Shape;121;p3"/>
          <p:cNvSpPr txBox="1"/>
          <p:nvPr/>
        </p:nvSpPr>
        <p:spPr>
          <a:xfrm>
            <a:off x="295722" y="541962"/>
            <a:ext cx="1810511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91440" y="1627694"/>
            <a:ext cx="18105118" cy="99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/>
          </a:p>
        </p:txBody>
      </p:sp>
      <p:cxnSp>
        <p:nvCxnSpPr>
          <p:cNvPr id="123" name="Google Shape;123;p3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p3"/>
          <p:cNvGrpSpPr/>
          <p:nvPr/>
        </p:nvGrpSpPr>
        <p:grpSpPr>
          <a:xfrm>
            <a:off x="1062839" y="3180835"/>
            <a:ext cx="6542150" cy="6222302"/>
            <a:chOff x="0" y="-85725"/>
            <a:chExt cx="8722868" cy="8296402"/>
          </a:xfrm>
        </p:grpSpPr>
        <p:sp>
          <p:nvSpPr>
            <p:cNvPr id="125" name="Google Shape;125;p3"/>
            <p:cNvSpPr/>
            <p:nvPr/>
          </p:nvSpPr>
          <p:spPr>
            <a:xfrm>
              <a:off x="12700" y="12700"/>
              <a:ext cx="8697468" cy="8185277"/>
            </a:xfrm>
            <a:custGeom>
              <a:avLst/>
              <a:gdLst/>
              <a:ahLst/>
              <a:cxnLst/>
              <a:rect l="l" t="t" r="r" b="b"/>
              <a:pathLst>
                <a:path w="8697468" h="8185277" extrusionOk="0">
                  <a:moveTo>
                    <a:pt x="0" y="892302"/>
                  </a:moveTo>
                  <a:cubicBezTo>
                    <a:pt x="0" y="399542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399542"/>
                    <a:pt x="8697468" y="892302"/>
                  </a:cubicBezTo>
                  <a:lnTo>
                    <a:pt x="8697468" y="7292975"/>
                  </a:lnTo>
                  <a:cubicBezTo>
                    <a:pt x="8697468" y="7785735"/>
                    <a:pt x="8297926" y="8185277"/>
                    <a:pt x="7805039" y="8185277"/>
                  </a:cubicBezTo>
                  <a:lnTo>
                    <a:pt x="892429" y="8185277"/>
                  </a:lnTo>
                  <a:cubicBezTo>
                    <a:pt x="399542" y="8185150"/>
                    <a:pt x="0" y="7785735"/>
                    <a:pt x="0" y="7292975"/>
                  </a:cubicBezTo>
                  <a:close/>
                </a:path>
              </a:pathLst>
            </a:custGeom>
            <a:solidFill>
              <a:srgbClr val="33303B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0" y="0"/>
              <a:ext cx="8722868" cy="8210677"/>
            </a:xfrm>
            <a:custGeom>
              <a:avLst/>
              <a:gdLst/>
              <a:ahLst/>
              <a:cxnLst/>
              <a:rect l="l" t="t" r="r" b="b"/>
              <a:pathLst>
                <a:path w="8722868" h="8210677" extrusionOk="0">
                  <a:moveTo>
                    <a:pt x="0" y="905002"/>
                  </a:moveTo>
                  <a:cubicBezTo>
                    <a:pt x="0" y="405130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12700"/>
                  </a:lnTo>
                  <a:lnTo>
                    <a:pt x="7817739" y="0"/>
                  </a:lnTo>
                  <a:cubicBezTo>
                    <a:pt x="8317611" y="0"/>
                    <a:pt x="8722868" y="405130"/>
                    <a:pt x="8722868" y="905002"/>
                  </a:cubicBezTo>
                  <a:lnTo>
                    <a:pt x="8710168" y="905002"/>
                  </a:lnTo>
                  <a:lnTo>
                    <a:pt x="8722868" y="905002"/>
                  </a:lnTo>
                  <a:lnTo>
                    <a:pt x="8722868" y="7305675"/>
                  </a:lnTo>
                  <a:lnTo>
                    <a:pt x="8710168" y="7305675"/>
                  </a:lnTo>
                  <a:lnTo>
                    <a:pt x="8722868" y="7305675"/>
                  </a:lnTo>
                  <a:cubicBezTo>
                    <a:pt x="8722868" y="7805420"/>
                    <a:pt x="8317611" y="8210677"/>
                    <a:pt x="7817739" y="8210677"/>
                  </a:cubicBezTo>
                  <a:lnTo>
                    <a:pt x="7817739" y="8197977"/>
                  </a:lnTo>
                  <a:lnTo>
                    <a:pt x="7817739" y="8210677"/>
                  </a:lnTo>
                  <a:lnTo>
                    <a:pt x="905129" y="8210677"/>
                  </a:lnTo>
                  <a:lnTo>
                    <a:pt x="905129" y="8197977"/>
                  </a:lnTo>
                  <a:lnTo>
                    <a:pt x="905129" y="8210677"/>
                  </a:lnTo>
                  <a:cubicBezTo>
                    <a:pt x="405257" y="8210550"/>
                    <a:pt x="0" y="7805420"/>
                    <a:pt x="0" y="7305675"/>
                  </a:cubicBezTo>
                  <a:lnTo>
                    <a:pt x="0" y="905002"/>
                  </a:lnTo>
                  <a:lnTo>
                    <a:pt x="12700" y="905002"/>
                  </a:lnTo>
                  <a:lnTo>
                    <a:pt x="0" y="905002"/>
                  </a:lnTo>
                  <a:moveTo>
                    <a:pt x="25400" y="905002"/>
                  </a:moveTo>
                  <a:lnTo>
                    <a:pt x="25400" y="7305675"/>
                  </a:lnTo>
                  <a:lnTo>
                    <a:pt x="12700" y="7305675"/>
                  </a:lnTo>
                  <a:lnTo>
                    <a:pt x="25400" y="7305675"/>
                  </a:lnTo>
                  <a:cubicBezTo>
                    <a:pt x="25400" y="7791450"/>
                    <a:pt x="419227" y="8185150"/>
                    <a:pt x="905129" y="8185150"/>
                  </a:cubicBezTo>
                  <a:lnTo>
                    <a:pt x="7817739" y="8185150"/>
                  </a:lnTo>
                  <a:cubicBezTo>
                    <a:pt x="8303640" y="8185150"/>
                    <a:pt x="8697468" y="7791323"/>
                    <a:pt x="8697468" y="7305548"/>
                  </a:cubicBezTo>
                  <a:lnTo>
                    <a:pt x="8697468" y="905002"/>
                  </a:lnTo>
                  <a:cubicBezTo>
                    <a:pt x="8697468" y="419227"/>
                    <a:pt x="8303514" y="25400"/>
                    <a:pt x="7817739" y="25400"/>
                  </a:cubicBezTo>
                  <a:lnTo>
                    <a:pt x="905129" y="25400"/>
                  </a:lnTo>
                  <a:lnTo>
                    <a:pt x="905129" y="12700"/>
                  </a:lnTo>
                  <a:lnTo>
                    <a:pt x="905129" y="25400"/>
                  </a:lnTo>
                  <a:cubicBezTo>
                    <a:pt x="419227" y="25400"/>
                    <a:pt x="25400" y="419227"/>
                    <a:pt x="25400" y="905002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-85725"/>
              <a:ext cx="8722810" cy="8296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u="sng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Problema o dolor</a:t>
              </a:r>
              <a:endParaRPr/>
            </a:p>
            <a:p>
              <a:pPr marL="0" marR="0" lvl="0" indent="0" algn="ctr" rtl="0">
                <a:lnSpc>
                  <a:spcPct val="1314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200" b="0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99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Dificultades para estudiar: los contenidos son extensos, la práctica es limitada y no existe una plataforma unificada que entregue progreso, retroalimentación y simulaciones confiables.</a:t>
              </a:r>
              <a:endParaRPr/>
            </a:p>
            <a:p>
              <a:pPr marL="0" marR="0" lvl="0" indent="0" algn="ctr" rtl="0">
                <a:lnSpc>
                  <a:spcPct val="1577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10358593" y="3192169"/>
            <a:ext cx="6542150" cy="6222302"/>
            <a:chOff x="0" y="-85725"/>
            <a:chExt cx="8722868" cy="8296402"/>
          </a:xfrm>
        </p:grpSpPr>
        <p:sp>
          <p:nvSpPr>
            <p:cNvPr id="129" name="Google Shape;129;p3"/>
            <p:cNvSpPr/>
            <p:nvPr/>
          </p:nvSpPr>
          <p:spPr>
            <a:xfrm>
              <a:off x="12700" y="12700"/>
              <a:ext cx="8697468" cy="8185277"/>
            </a:xfrm>
            <a:custGeom>
              <a:avLst/>
              <a:gdLst/>
              <a:ahLst/>
              <a:cxnLst/>
              <a:rect l="l" t="t" r="r" b="b"/>
              <a:pathLst>
                <a:path w="8697468" h="8185277" extrusionOk="0">
                  <a:moveTo>
                    <a:pt x="0" y="892302"/>
                  </a:moveTo>
                  <a:cubicBezTo>
                    <a:pt x="0" y="399542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399542"/>
                    <a:pt x="8697468" y="892302"/>
                  </a:cubicBezTo>
                  <a:lnTo>
                    <a:pt x="8697468" y="7292975"/>
                  </a:lnTo>
                  <a:cubicBezTo>
                    <a:pt x="8697468" y="7785735"/>
                    <a:pt x="8297926" y="8185277"/>
                    <a:pt x="7805039" y="8185277"/>
                  </a:cubicBezTo>
                  <a:lnTo>
                    <a:pt x="892429" y="8185277"/>
                  </a:lnTo>
                  <a:cubicBezTo>
                    <a:pt x="399542" y="8185150"/>
                    <a:pt x="0" y="7785735"/>
                    <a:pt x="0" y="7292975"/>
                  </a:cubicBezTo>
                  <a:close/>
                </a:path>
              </a:pathLst>
            </a:custGeom>
            <a:solidFill>
              <a:srgbClr val="33303B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0" y="0"/>
              <a:ext cx="8722868" cy="8210677"/>
            </a:xfrm>
            <a:custGeom>
              <a:avLst/>
              <a:gdLst/>
              <a:ahLst/>
              <a:cxnLst/>
              <a:rect l="l" t="t" r="r" b="b"/>
              <a:pathLst>
                <a:path w="8722868" h="8210677" extrusionOk="0">
                  <a:moveTo>
                    <a:pt x="0" y="905002"/>
                  </a:moveTo>
                  <a:cubicBezTo>
                    <a:pt x="0" y="405130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12700"/>
                  </a:lnTo>
                  <a:lnTo>
                    <a:pt x="7817739" y="0"/>
                  </a:lnTo>
                  <a:cubicBezTo>
                    <a:pt x="8317611" y="0"/>
                    <a:pt x="8722868" y="405130"/>
                    <a:pt x="8722868" y="905002"/>
                  </a:cubicBezTo>
                  <a:lnTo>
                    <a:pt x="8710168" y="905002"/>
                  </a:lnTo>
                  <a:lnTo>
                    <a:pt x="8722868" y="905002"/>
                  </a:lnTo>
                  <a:lnTo>
                    <a:pt x="8722868" y="7305675"/>
                  </a:lnTo>
                  <a:lnTo>
                    <a:pt x="8710168" y="7305675"/>
                  </a:lnTo>
                  <a:lnTo>
                    <a:pt x="8722868" y="7305675"/>
                  </a:lnTo>
                  <a:cubicBezTo>
                    <a:pt x="8722868" y="7805420"/>
                    <a:pt x="8317611" y="8210677"/>
                    <a:pt x="7817739" y="8210677"/>
                  </a:cubicBezTo>
                  <a:lnTo>
                    <a:pt x="7817739" y="8197977"/>
                  </a:lnTo>
                  <a:lnTo>
                    <a:pt x="7817739" y="8210677"/>
                  </a:lnTo>
                  <a:lnTo>
                    <a:pt x="905129" y="8210677"/>
                  </a:lnTo>
                  <a:lnTo>
                    <a:pt x="905129" y="8197977"/>
                  </a:lnTo>
                  <a:lnTo>
                    <a:pt x="905129" y="8210677"/>
                  </a:lnTo>
                  <a:cubicBezTo>
                    <a:pt x="405257" y="8210550"/>
                    <a:pt x="0" y="7805420"/>
                    <a:pt x="0" y="7305675"/>
                  </a:cubicBezTo>
                  <a:lnTo>
                    <a:pt x="0" y="905002"/>
                  </a:lnTo>
                  <a:lnTo>
                    <a:pt x="12700" y="905002"/>
                  </a:lnTo>
                  <a:lnTo>
                    <a:pt x="0" y="905002"/>
                  </a:lnTo>
                  <a:moveTo>
                    <a:pt x="25400" y="905002"/>
                  </a:moveTo>
                  <a:lnTo>
                    <a:pt x="25400" y="7305675"/>
                  </a:lnTo>
                  <a:lnTo>
                    <a:pt x="12700" y="7305675"/>
                  </a:lnTo>
                  <a:lnTo>
                    <a:pt x="25400" y="7305675"/>
                  </a:lnTo>
                  <a:cubicBezTo>
                    <a:pt x="25400" y="7791450"/>
                    <a:pt x="419227" y="8185150"/>
                    <a:pt x="905129" y="8185150"/>
                  </a:cubicBezTo>
                  <a:lnTo>
                    <a:pt x="7817739" y="8185150"/>
                  </a:lnTo>
                  <a:cubicBezTo>
                    <a:pt x="8303640" y="8185150"/>
                    <a:pt x="8697468" y="7791323"/>
                    <a:pt x="8697468" y="7305548"/>
                  </a:cubicBezTo>
                  <a:lnTo>
                    <a:pt x="8697468" y="905002"/>
                  </a:lnTo>
                  <a:cubicBezTo>
                    <a:pt x="8697468" y="419227"/>
                    <a:pt x="8303514" y="25400"/>
                    <a:pt x="7817739" y="25400"/>
                  </a:cubicBezTo>
                  <a:lnTo>
                    <a:pt x="905129" y="25400"/>
                  </a:lnTo>
                  <a:lnTo>
                    <a:pt x="905129" y="12700"/>
                  </a:lnTo>
                  <a:lnTo>
                    <a:pt x="905129" y="25400"/>
                  </a:lnTo>
                  <a:cubicBezTo>
                    <a:pt x="419227" y="25400"/>
                    <a:pt x="25400" y="419227"/>
                    <a:pt x="25400" y="905002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-85725"/>
              <a:ext cx="8722810" cy="8296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u="sng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Propuesta de solución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200" b="0" i="0" u="sng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Una plataforma que entregue simulaciones reales, un árbol de conocimiento organizado, recursos educativos y estadísticas personalizadas que mejoran el aprendizaje y aumentan la probabilidad de aprobar.</a:t>
              </a:r>
              <a:endParaRPr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8175830" y="5594915"/>
            <a:ext cx="1729835" cy="1154557"/>
            <a:chOff x="0" y="71"/>
            <a:chExt cx="2306447" cy="1539409"/>
          </a:xfrm>
        </p:grpSpPr>
        <p:sp>
          <p:nvSpPr>
            <p:cNvPr id="133" name="Google Shape;133;p3"/>
            <p:cNvSpPr/>
            <p:nvPr/>
          </p:nvSpPr>
          <p:spPr>
            <a:xfrm>
              <a:off x="12700" y="12700"/>
              <a:ext cx="2281174" cy="1514094"/>
            </a:xfrm>
            <a:custGeom>
              <a:avLst/>
              <a:gdLst/>
              <a:ahLst/>
              <a:cxnLst/>
              <a:rect l="l" t="t" r="r" b="b"/>
              <a:pathLst>
                <a:path w="2281174" h="1514094" extrusionOk="0">
                  <a:moveTo>
                    <a:pt x="0" y="378587"/>
                  </a:moveTo>
                  <a:lnTo>
                    <a:pt x="1519809" y="378587"/>
                  </a:lnTo>
                  <a:lnTo>
                    <a:pt x="1519809" y="0"/>
                  </a:lnTo>
                  <a:lnTo>
                    <a:pt x="2281174" y="757047"/>
                  </a:lnTo>
                  <a:lnTo>
                    <a:pt x="1519809" y="1514094"/>
                  </a:lnTo>
                  <a:lnTo>
                    <a:pt x="1519809" y="1135634"/>
                  </a:lnTo>
                  <a:lnTo>
                    <a:pt x="0" y="1135634"/>
                  </a:lnTo>
                  <a:close/>
                </a:path>
              </a:pathLst>
            </a:custGeom>
            <a:solidFill>
              <a:srgbClr val="C4D5EB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0" y="71"/>
              <a:ext cx="2306447" cy="1539409"/>
            </a:xfrm>
            <a:custGeom>
              <a:avLst/>
              <a:gdLst/>
              <a:ahLst/>
              <a:cxnLst/>
              <a:rect l="l" t="t" r="r" b="b"/>
              <a:pathLst>
                <a:path w="2306447" h="1539409" extrusionOk="0">
                  <a:moveTo>
                    <a:pt x="12700" y="378516"/>
                  </a:moveTo>
                  <a:lnTo>
                    <a:pt x="1532509" y="378516"/>
                  </a:lnTo>
                  <a:lnTo>
                    <a:pt x="1532509" y="391216"/>
                  </a:lnTo>
                  <a:lnTo>
                    <a:pt x="1519809" y="391216"/>
                  </a:lnTo>
                  <a:lnTo>
                    <a:pt x="1519809" y="12629"/>
                  </a:lnTo>
                  <a:cubicBezTo>
                    <a:pt x="1519809" y="7549"/>
                    <a:pt x="1522857" y="2850"/>
                    <a:pt x="1527683" y="945"/>
                  </a:cubicBezTo>
                  <a:cubicBezTo>
                    <a:pt x="1532509" y="-960"/>
                    <a:pt x="1537843" y="56"/>
                    <a:pt x="1541526" y="3612"/>
                  </a:cubicBezTo>
                  <a:lnTo>
                    <a:pt x="2302764" y="760659"/>
                  </a:lnTo>
                  <a:cubicBezTo>
                    <a:pt x="2305177" y="763072"/>
                    <a:pt x="2306447" y="766247"/>
                    <a:pt x="2306447" y="769676"/>
                  </a:cubicBezTo>
                  <a:cubicBezTo>
                    <a:pt x="2306447" y="773105"/>
                    <a:pt x="2305050" y="776280"/>
                    <a:pt x="2302764" y="778693"/>
                  </a:cubicBezTo>
                  <a:lnTo>
                    <a:pt x="1541399" y="1535740"/>
                  </a:lnTo>
                  <a:cubicBezTo>
                    <a:pt x="1537716" y="1539296"/>
                    <a:pt x="1532255" y="1540439"/>
                    <a:pt x="1527556" y="1538407"/>
                  </a:cubicBezTo>
                  <a:cubicBezTo>
                    <a:pt x="1522857" y="1536375"/>
                    <a:pt x="1519682" y="1531803"/>
                    <a:pt x="1519682" y="1526723"/>
                  </a:cubicBezTo>
                  <a:lnTo>
                    <a:pt x="1519682" y="1148263"/>
                  </a:lnTo>
                  <a:lnTo>
                    <a:pt x="1532382" y="1148263"/>
                  </a:lnTo>
                  <a:lnTo>
                    <a:pt x="1532382" y="1160963"/>
                  </a:lnTo>
                  <a:lnTo>
                    <a:pt x="12700" y="1160963"/>
                  </a:lnTo>
                  <a:cubicBezTo>
                    <a:pt x="5715" y="1160963"/>
                    <a:pt x="0" y="1155248"/>
                    <a:pt x="0" y="1148263"/>
                  </a:cubicBezTo>
                  <a:lnTo>
                    <a:pt x="0" y="391216"/>
                  </a:lnTo>
                  <a:cubicBezTo>
                    <a:pt x="0" y="384231"/>
                    <a:pt x="5715" y="378516"/>
                    <a:pt x="12700" y="378516"/>
                  </a:cubicBezTo>
                  <a:moveTo>
                    <a:pt x="12700" y="403916"/>
                  </a:moveTo>
                  <a:lnTo>
                    <a:pt x="12700" y="391216"/>
                  </a:lnTo>
                  <a:lnTo>
                    <a:pt x="25400" y="391216"/>
                  </a:lnTo>
                  <a:lnTo>
                    <a:pt x="25400" y="1148263"/>
                  </a:lnTo>
                  <a:lnTo>
                    <a:pt x="12700" y="1148263"/>
                  </a:lnTo>
                  <a:lnTo>
                    <a:pt x="12700" y="1135563"/>
                  </a:lnTo>
                  <a:lnTo>
                    <a:pt x="1532509" y="1135563"/>
                  </a:lnTo>
                  <a:cubicBezTo>
                    <a:pt x="1539494" y="1135563"/>
                    <a:pt x="1545209" y="1141278"/>
                    <a:pt x="1545209" y="1148263"/>
                  </a:cubicBezTo>
                  <a:lnTo>
                    <a:pt x="1545209" y="1526850"/>
                  </a:lnTo>
                  <a:lnTo>
                    <a:pt x="1532509" y="1526850"/>
                  </a:lnTo>
                  <a:lnTo>
                    <a:pt x="1523492" y="1517833"/>
                  </a:lnTo>
                  <a:lnTo>
                    <a:pt x="2284857" y="760659"/>
                  </a:lnTo>
                  <a:lnTo>
                    <a:pt x="2293874" y="769676"/>
                  </a:lnTo>
                  <a:lnTo>
                    <a:pt x="2284857" y="778693"/>
                  </a:lnTo>
                  <a:lnTo>
                    <a:pt x="1523492" y="21646"/>
                  </a:lnTo>
                  <a:lnTo>
                    <a:pt x="1532509" y="12629"/>
                  </a:lnTo>
                  <a:lnTo>
                    <a:pt x="1545209" y="12629"/>
                  </a:lnTo>
                  <a:lnTo>
                    <a:pt x="1545209" y="391216"/>
                  </a:lnTo>
                  <a:cubicBezTo>
                    <a:pt x="1545209" y="398201"/>
                    <a:pt x="1539494" y="403916"/>
                    <a:pt x="1532509" y="403916"/>
                  </a:cubicBezTo>
                  <a:lnTo>
                    <a:pt x="12700" y="403916"/>
                  </a:lnTo>
                  <a:close/>
                </a:path>
              </a:pathLst>
            </a:custGeom>
            <a:solidFill>
              <a:srgbClr val="172C5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0" name="Google Shape;140;p4"/>
          <p:cNvSpPr txBox="1"/>
          <p:nvPr/>
        </p:nvSpPr>
        <p:spPr>
          <a:xfrm>
            <a:off x="295722" y="541962"/>
            <a:ext cx="18105118" cy="519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91440" y="2007876"/>
            <a:ext cx="18105118" cy="99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/>
          </a:p>
        </p:txBody>
      </p:sp>
      <p:cxnSp>
        <p:nvCxnSpPr>
          <p:cNvPr id="142" name="Google Shape;142;p4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4"/>
          <p:cNvSpPr txBox="1"/>
          <p:nvPr/>
        </p:nvSpPr>
        <p:spPr>
          <a:xfrm>
            <a:off x="91504" y="5605489"/>
            <a:ext cx="18105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912248" y="3008470"/>
            <a:ext cx="16463500" cy="2424779"/>
            <a:chOff x="0" y="-57150"/>
            <a:chExt cx="21951334" cy="3233039"/>
          </a:xfrm>
        </p:grpSpPr>
        <p:sp>
          <p:nvSpPr>
            <p:cNvPr id="145" name="Google Shape;145;p4"/>
            <p:cNvSpPr/>
            <p:nvPr/>
          </p:nvSpPr>
          <p:spPr>
            <a:xfrm>
              <a:off x="12700" y="12700"/>
              <a:ext cx="21925914" cy="3150489"/>
            </a:xfrm>
            <a:custGeom>
              <a:avLst/>
              <a:gdLst/>
              <a:ahLst/>
              <a:cxnLst/>
              <a:rect l="l" t="t" r="r" b="b"/>
              <a:pathLst>
                <a:path w="21925914" h="3150489" extrusionOk="0">
                  <a:moveTo>
                    <a:pt x="0" y="525145"/>
                  </a:moveTo>
                  <a:cubicBezTo>
                    <a:pt x="0" y="235077"/>
                    <a:pt x="236728" y="0"/>
                    <a:pt x="528701" y="0"/>
                  </a:cubicBezTo>
                  <a:lnTo>
                    <a:pt x="21397213" y="0"/>
                  </a:lnTo>
                  <a:cubicBezTo>
                    <a:pt x="21689186" y="0"/>
                    <a:pt x="21925914" y="235077"/>
                    <a:pt x="21925914" y="525145"/>
                  </a:cubicBezTo>
                  <a:lnTo>
                    <a:pt x="21925914" y="2625344"/>
                  </a:lnTo>
                  <a:cubicBezTo>
                    <a:pt x="21925914" y="2915285"/>
                    <a:pt x="21689186" y="3150489"/>
                    <a:pt x="21397213" y="3150489"/>
                  </a:cubicBezTo>
                  <a:lnTo>
                    <a:pt x="528701" y="3150489"/>
                  </a:lnTo>
                  <a:cubicBezTo>
                    <a:pt x="236728" y="3150489"/>
                    <a:pt x="0" y="2915412"/>
                    <a:pt x="0" y="2625344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0" y="0"/>
              <a:ext cx="21951314" cy="3175889"/>
            </a:xfrm>
            <a:custGeom>
              <a:avLst/>
              <a:gdLst/>
              <a:ahLst/>
              <a:cxnLst/>
              <a:rect l="l" t="t" r="r" b="b"/>
              <a:pathLst>
                <a:path w="21951314" h="3175889" extrusionOk="0">
                  <a:moveTo>
                    <a:pt x="0" y="537845"/>
                  </a:moveTo>
                  <a:cubicBezTo>
                    <a:pt x="0" y="240665"/>
                    <a:pt x="242443" y="0"/>
                    <a:pt x="541401" y="0"/>
                  </a:cubicBezTo>
                  <a:lnTo>
                    <a:pt x="21409913" y="0"/>
                  </a:lnTo>
                  <a:lnTo>
                    <a:pt x="21409913" y="12700"/>
                  </a:lnTo>
                  <a:lnTo>
                    <a:pt x="21409913" y="0"/>
                  </a:lnTo>
                  <a:cubicBezTo>
                    <a:pt x="21708872" y="0"/>
                    <a:pt x="21951314" y="240665"/>
                    <a:pt x="21951314" y="537845"/>
                  </a:cubicBezTo>
                  <a:lnTo>
                    <a:pt x="21938614" y="537845"/>
                  </a:lnTo>
                  <a:lnTo>
                    <a:pt x="21951314" y="537845"/>
                  </a:lnTo>
                  <a:lnTo>
                    <a:pt x="21951314" y="2638044"/>
                  </a:lnTo>
                  <a:lnTo>
                    <a:pt x="21938614" y="2638044"/>
                  </a:lnTo>
                  <a:lnTo>
                    <a:pt x="21951314" y="2638044"/>
                  </a:lnTo>
                  <a:cubicBezTo>
                    <a:pt x="21951314" y="2935097"/>
                    <a:pt x="21708872" y="3175889"/>
                    <a:pt x="21409913" y="3175889"/>
                  </a:cubicBezTo>
                  <a:lnTo>
                    <a:pt x="21409913" y="3163189"/>
                  </a:lnTo>
                  <a:lnTo>
                    <a:pt x="21409913" y="3175889"/>
                  </a:lnTo>
                  <a:lnTo>
                    <a:pt x="541401" y="3175889"/>
                  </a:lnTo>
                  <a:lnTo>
                    <a:pt x="541401" y="3163189"/>
                  </a:lnTo>
                  <a:lnTo>
                    <a:pt x="541401" y="3175889"/>
                  </a:lnTo>
                  <a:cubicBezTo>
                    <a:pt x="242443" y="3175889"/>
                    <a:pt x="0" y="2935097"/>
                    <a:pt x="0" y="2638044"/>
                  </a:cubicBezTo>
                  <a:lnTo>
                    <a:pt x="0" y="537845"/>
                  </a:lnTo>
                  <a:lnTo>
                    <a:pt x="12700" y="537845"/>
                  </a:lnTo>
                  <a:lnTo>
                    <a:pt x="0" y="537845"/>
                  </a:lnTo>
                  <a:moveTo>
                    <a:pt x="25400" y="537845"/>
                  </a:moveTo>
                  <a:lnTo>
                    <a:pt x="25400" y="2638044"/>
                  </a:lnTo>
                  <a:lnTo>
                    <a:pt x="12700" y="2638044"/>
                  </a:lnTo>
                  <a:lnTo>
                    <a:pt x="25400" y="2638044"/>
                  </a:lnTo>
                  <a:cubicBezTo>
                    <a:pt x="25400" y="2921000"/>
                    <a:pt x="256286" y="3150489"/>
                    <a:pt x="541401" y="3150489"/>
                  </a:cubicBezTo>
                  <a:lnTo>
                    <a:pt x="21409913" y="3150489"/>
                  </a:lnTo>
                  <a:cubicBezTo>
                    <a:pt x="21695028" y="3150489"/>
                    <a:pt x="21925914" y="2921000"/>
                    <a:pt x="21925914" y="2638044"/>
                  </a:cubicBezTo>
                  <a:lnTo>
                    <a:pt x="21925914" y="537845"/>
                  </a:lnTo>
                  <a:cubicBezTo>
                    <a:pt x="21925914" y="254889"/>
                    <a:pt x="21695028" y="25400"/>
                    <a:pt x="21409913" y="25400"/>
                  </a:cubicBezTo>
                  <a:lnTo>
                    <a:pt x="541401" y="25400"/>
                  </a:lnTo>
                  <a:lnTo>
                    <a:pt x="541401" y="12700"/>
                  </a:lnTo>
                  <a:lnTo>
                    <a:pt x="541401" y="25400"/>
                  </a:lnTo>
                  <a:cubicBezTo>
                    <a:pt x="256286" y="25400"/>
                    <a:pt x="25400" y="254889"/>
                    <a:pt x="25400" y="537845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-57150"/>
              <a:ext cx="21951334" cy="3232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Desarrollar una plataforma digital que facilite la preparación del examen teórico de conducción mediante simulaciones, contenidos estructurados y seguimiento personalizado, mejorando el aprendizaje y aumentando la probabilidad de aprobación de los usuarios.</a:t>
              </a:r>
              <a:endParaRPr/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3882700" y="6436800"/>
            <a:ext cx="10678957" cy="3686974"/>
            <a:chOff x="-11" y="-814193"/>
            <a:chExt cx="14943965" cy="4915965"/>
          </a:xfrm>
        </p:grpSpPr>
        <p:sp>
          <p:nvSpPr>
            <p:cNvPr id="149" name="Google Shape;149;p4"/>
            <p:cNvSpPr txBox="1"/>
            <p:nvPr/>
          </p:nvSpPr>
          <p:spPr>
            <a:xfrm>
              <a:off x="-11" y="-584528"/>
              <a:ext cx="13809600" cy="468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582930" marR="0" lvl="1" indent="-29146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Implementar simulaciones de examen que reflejen la estructura oficial.</a:t>
              </a:r>
              <a:endParaRPr/>
            </a:p>
            <a:p>
              <a:pPr marL="582930" marR="0" lvl="1" indent="-29146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Organizar el contenido en un árbol de conocimiento que facilite el estudio.</a:t>
              </a:r>
              <a:endParaRPr/>
            </a:p>
            <a:p>
              <a:pPr marL="582930" marR="0" lvl="1" indent="-291465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lang="en-US" sz="2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Proporcionar estadísticas y retroalimentación para mejorar el desempeño del usuario.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72084" y="-814193"/>
              <a:ext cx="14871870" cy="4686335"/>
            </a:xfrm>
            <a:custGeom>
              <a:avLst/>
              <a:gdLst/>
              <a:ahLst/>
              <a:cxnLst/>
              <a:rect l="l" t="t" r="r" b="b"/>
              <a:pathLst>
                <a:path w="14030066" h="4101825" extrusionOk="0">
                  <a:moveTo>
                    <a:pt x="0" y="694657"/>
                  </a:moveTo>
                  <a:cubicBezTo>
                    <a:pt x="0" y="310832"/>
                    <a:pt x="154956" y="0"/>
                    <a:pt x="346034" y="0"/>
                  </a:cubicBezTo>
                  <a:lnTo>
                    <a:pt x="13684031" y="0"/>
                  </a:lnTo>
                  <a:lnTo>
                    <a:pt x="13684031" y="16403"/>
                  </a:lnTo>
                  <a:lnTo>
                    <a:pt x="13684031" y="0"/>
                  </a:lnTo>
                  <a:cubicBezTo>
                    <a:pt x="13875110" y="0"/>
                    <a:pt x="14030066" y="310832"/>
                    <a:pt x="14030066" y="694657"/>
                  </a:cubicBezTo>
                  <a:lnTo>
                    <a:pt x="14021949" y="694657"/>
                  </a:lnTo>
                  <a:lnTo>
                    <a:pt x="14030066" y="694657"/>
                  </a:lnTo>
                  <a:lnTo>
                    <a:pt x="14030066" y="3407182"/>
                  </a:lnTo>
                  <a:lnTo>
                    <a:pt x="14021949" y="3407182"/>
                  </a:lnTo>
                  <a:lnTo>
                    <a:pt x="14030066" y="3407182"/>
                  </a:lnTo>
                  <a:cubicBezTo>
                    <a:pt x="14030066" y="3790842"/>
                    <a:pt x="13875110" y="4101825"/>
                    <a:pt x="13684031" y="4101825"/>
                  </a:cubicBezTo>
                  <a:lnTo>
                    <a:pt x="13684031" y="4085436"/>
                  </a:lnTo>
                  <a:lnTo>
                    <a:pt x="13684031" y="4101825"/>
                  </a:lnTo>
                  <a:lnTo>
                    <a:pt x="346034" y="4101825"/>
                  </a:lnTo>
                  <a:lnTo>
                    <a:pt x="346034" y="4085436"/>
                  </a:lnTo>
                  <a:lnTo>
                    <a:pt x="346034" y="4101825"/>
                  </a:lnTo>
                  <a:cubicBezTo>
                    <a:pt x="154956" y="4101825"/>
                    <a:pt x="0" y="3790842"/>
                    <a:pt x="0" y="3407182"/>
                  </a:cubicBezTo>
                  <a:lnTo>
                    <a:pt x="0" y="694657"/>
                  </a:lnTo>
                  <a:lnTo>
                    <a:pt x="8117" y="694657"/>
                  </a:lnTo>
                  <a:lnTo>
                    <a:pt x="0" y="694657"/>
                  </a:lnTo>
                  <a:moveTo>
                    <a:pt x="16234" y="694657"/>
                  </a:moveTo>
                  <a:lnTo>
                    <a:pt x="16234" y="3407182"/>
                  </a:lnTo>
                  <a:lnTo>
                    <a:pt x="8117" y="3407182"/>
                  </a:lnTo>
                  <a:lnTo>
                    <a:pt x="16234" y="3407182"/>
                  </a:lnTo>
                  <a:cubicBezTo>
                    <a:pt x="16234" y="3772635"/>
                    <a:pt x="163804" y="4069033"/>
                    <a:pt x="346034" y="4069033"/>
                  </a:cubicBezTo>
                  <a:lnTo>
                    <a:pt x="13684031" y="4069033"/>
                  </a:lnTo>
                  <a:cubicBezTo>
                    <a:pt x="13866261" y="4069033"/>
                    <a:pt x="14013831" y="3772635"/>
                    <a:pt x="14013831" y="3407182"/>
                  </a:cubicBezTo>
                  <a:lnTo>
                    <a:pt x="14013831" y="694657"/>
                  </a:lnTo>
                  <a:cubicBezTo>
                    <a:pt x="14013831" y="329203"/>
                    <a:pt x="13866261" y="32806"/>
                    <a:pt x="13684031" y="32806"/>
                  </a:cubicBezTo>
                  <a:lnTo>
                    <a:pt x="346034" y="32806"/>
                  </a:lnTo>
                  <a:lnTo>
                    <a:pt x="346034" y="16403"/>
                  </a:lnTo>
                  <a:lnTo>
                    <a:pt x="346034" y="32806"/>
                  </a:lnTo>
                  <a:cubicBezTo>
                    <a:pt x="163804" y="32806"/>
                    <a:pt x="16234" y="329203"/>
                    <a:pt x="16234" y="694657"/>
                  </a:cubicBezTo>
                  <a:close/>
                </a:path>
              </a:pathLst>
            </a:custGeom>
            <a:solidFill>
              <a:srgbClr val="4472C4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/>
          <p:nvPr/>
        </p:nvSpPr>
        <p:spPr>
          <a:xfrm>
            <a:off x="0" y="0"/>
            <a:ext cx="6419850" cy="10287000"/>
          </a:xfrm>
          <a:custGeom>
            <a:avLst/>
            <a:gdLst/>
            <a:ahLst/>
            <a:cxnLst/>
            <a:rect l="l" t="t" r="r" b="b"/>
            <a:pathLst>
              <a:path w="758673" h="1215678" extrusionOk="0">
                <a:moveTo>
                  <a:pt x="0" y="0"/>
                </a:moveTo>
                <a:lnTo>
                  <a:pt x="758673" y="0"/>
                </a:lnTo>
                <a:lnTo>
                  <a:pt x="758673" y="1215678"/>
                </a:lnTo>
                <a:lnTo>
                  <a:pt x="0" y="121567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4" b="-125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6" name="Google Shape;156;p5" descr="EscuelaIT Duoc UC - Escuela de Informática y Telecomunicaciones Duoc UC - Duoc  UC | LinkedIn"/>
          <p:cNvSpPr/>
          <p:nvPr/>
        </p:nvSpPr>
        <p:spPr>
          <a:xfrm>
            <a:off x="13417397" y="151837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57" name="Google Shape;157;p5"/>
          <p:cNvSpPr txBox="1"/>
          <p:nvPr/>
        </p:nvSpPr>
        <p:spPr>
          <a:xfrm>
            <a:off x="295722" y="541962"/>
            <a:ext cx="1810511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</p:txBody>
      </p:sp>
      <p:cxnSp>
        <p:nvCxnSpPr>
          <p:cNvPr id="158" name="Google Shape;158;p5"/>
          <p:cNvCxnSpPr/>
          <p:nvPr/>
        </p:nvCxnSpPr>
        <p:spPr>
          <a:xfrm>
            <a:off x="-11906" y="1129897"/>
            <a:ext cx="6152238" cy="23812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5"/>
          <p:cNvSpPr txBox="1"/>
          <p:nvPr/>
        </p:nvSpPr>
        <p:spPr>
          <a:xfrm>
            <a:off x="6997552" y="1263190"/>
            <a:ext cx="10261748" cy="827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Alcances del Proyecto</a:t>
            </a:r>
            <a:endParaRPr/>
          </a:p>
          <a:p>
            <a:pPr marL="0" marR="0" lvl="0" indent="0" algn="l" rtl="0">
              <a:lnSpc>
                <a:spcPct val="10545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99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4519" marR="0" lvl="1" indent="-30226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Plataforma web con simulaciones de examen teórico.</a:t>
            </a:r>
            <a:endParaRPr/>
          </a:p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4519" marR="0" lvl="1" indent="-30226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Contenidos organizados en árbol de conocimiento.</a:t>
            </a:r>
            <a:endParaRPr/>
          </a:p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4519" marR="0" lvl="1" indent="-30226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Seguimiento básico de progreso y estadísticas del usuario</a:t>
            </a:r>
            <a:endParaRPr/>
          </a:p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4519" marR="0" lvl="1" indent="-30226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lang="en-US" sz="2799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Recursos educativos: videos, documentos y tests.</a:t>
            </a:r>
            <a:endParaRPr/>
          </a:p>
          <a:p>
            <a:pPr marL="0" marR="0" lvl="0" indent="0" algn="l" rtl="0">
              <a:lnSpc>
                <a:spcPct val="13715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/>
          </a:p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99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2930" marR="0" lvl="1" indent="-2914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incluye clases prácticas de conducción.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2930" marR="0" lvl="1" indent="-2914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Dependencia de la disponibilidad y actualización de preguntas oficiales.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2930" marR="0" lvl="1" indent="-29146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lang="en-US" sz="2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Funcionalidades avanzadas (gamificación completa, app móvil nativa, integración con municipalidades) fuera del alcance inicial.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cxnSp>
        <p:nvCxnSpPr>
          <p:cNvPr id="165" name="Google Shape;165;p6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6"/>
          <p:cNvSpPr/>
          <p:nvPr/>
        </p:nvSpPr>
        <p:spPr>
          <a:xfrm>
            <a:off x="3238115" y="3072759"/>
            <a:ext cx="11811769" cy="7874512"/>
          </a:xfrm>
          <a:custGeom>
            <a:avLst/>
            <a:gdLst/>
            <a:ahLst/>
            <a:cxnLst/>
            <a:rect l="l" t="t" r="r" b="b"/>
            <a:pathLst>
              <a:path w="11811769" h="7874512" extrusionOk="0">
                <a:moveTo>
                  <a:pt x="0" y="0"/>
                </a:moveTo>
                <a:lnTo>
                  <a:pt x="11811769" y="0"/>
                </a:lnTo>
                <a:lnTo>
                  <a:pt x="11811769" y="7874512"/>
                </a:lnTo>
                <a:lnTo>
                  <a:pt x="0" y="78745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p6"/>
          <p:cNvSpPr txBox="1"/>
          <p:nvPr/>
        </p:nvSpPr>
        <p:spPr>
          <a:xfrm>
            <a:off x="295722" y="541962"/>
            <a:ext cx="1810511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91440" y="2080402"/>
            <a:ext cx="18105118" cy="99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74" name="Google Shape;174;p7"/>
          <p:cNvSpPr txBox="1"/>
          <p:nvPr/>
        </p:nvSpPr>
        <p:spPr>
          <a:xfrm>
            <a:off x="295722" y="541962"/>
            <a:ext cx="18105118" cy="519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91440" y="1212402"/>
            <a:ext cx="18105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Avance por sprints</a:t>
            </a:r>
            <a:endParaRPr/>
          </a:p>
        </p:txBody>
      </p:sp>
      <p:cxnSp>
        <p:nvCxnSpPr>
          <p:cNvPr id="176" name="Google Shape;176;p7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7" name="Google Shape;17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3811" y="2476227"/>
            <a:ext cx="423862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911" y="6308077"/>
            <a:ext cx="41624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54850" y="3450803"/>
            <a:ext cx="4162425" cy="4699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6425" y="3429002"/>
            <a:ext cx="410527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6" name="Google Shape;186;p8"/>
          <p:cNvSpPr txBox="1"/>
          <p:nvPr/>
        </p:nvSpPr>
        <p:spPr>
          <a:xfrm>
            <a:off x="295722" y="541962"/>
            <a:ext cx="1810511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91441" y="4710223"/>
            <a:ext cx="18105118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-11906" y="1129897"/>
            <a:ext cx="6152238" cy="23812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776111"/>
            <a:ext cx="18288000" cy="8734778"/>
          </a:xfrm>
          <a:custGeom>
            <a:avLst/>
            <a:gdLst/>
            <a:ahLst/>
            <a:cxnLst/>
            <a:rect l="l" t="t" r="r" b="b"/>
            <a:pathLst>
              <a:path w="18288000" h="8734778" extrusionOk="0">
                <a:moveTo>
                  <a:pt x="0" y="0"/>
                </a:moveTo>
                <a:lnTo>
                  <a:pt x="18288000" y="0"/>
                </a:lnTo>
                <a:lnTo>
                  <a:pt x="18288000" y="8734778"/>
                </a:lnTo>
                <a:lnTo>
                  <a:pt x="0" y="873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7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cxnSp>
        <p:nvCxnSpPr>
          <p:cNvPr id="199" name="Google Shape;199;p10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10"/>
          <p:cNvSpPr/>
          <p:nvPr/>
        </p:nvSpPr>
        <p:spPr>
          <a:xfrm>
            <a:off x="-119747" y="2473043"/>
            <a:ext cx="9190518" cy="4066954"/>
          </a:xfrm>
          <a:custGeom>
            <a:avLst/>
            <a:gdLst/>
            <a:ahLst/>
            <a:cxnLst/>
            <a:rect l="l" t="t" r="r" b="b"/>
            <a:pathLst>
              <a:path w="9190518" h="4066954" extrusionOk="0">
                <a:moveTo>
                  <a:pt x="0" y="0"/>
                </a:moveTo>
                <a:lnTo>
                  <a:pt x="9190518" y="0"/>
                </a:lnTo>
                <a:lnTo>
                  <a:pt x="9190518" y="4066954"/>
                </a:lnTo>
                <a:lnTo>
                  <a:pt x="0" y="4066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468" t="-5688" r="-4545" b="-3615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1" name="Google Shape;201;p10"/>
          <p:cNvSpPr/>
          <p:nvPr/>
        </p:nvSpPr>
        <p:spPr>
          <a:xfrm>
            <a:off x="9070771" y="6060558"/>
            <a:ext cx="9330070" cy="4226442"/>
          </a:xfrm>
          <a:custGeom>
            <a:avLst/>
            <a:gdLst/>
            <a:ahLst/>
            <a:cxnLst/>
            <a:rect l="l" t="t" r="r" b="b"/>
            <a:pathLst>
              <a:path w="9330070" h="4226442" extrusionOk="0">
                <a:moveTo>
                  <a:pt x="0" y="0"/>
                </a:moveTo>
                <a:lnTo>
                  <a:pt x="9330069" y="0"/>
                </a:lnTo>
                <a:lnTo>
                  <a:pt x="9330069" y="4226442"/>
                </a:lnTo>
                <a:lnTo>
                  <a:pt x="0" y="4226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371" t="-2887" r="-3517" b="-2305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2" name="Google Shape;202;p10"/>
          <p:cNvSpPr txBox="1"/>
          <p:nvPr/>
        </p:nvSpPr>
        <p:spPr>
          <a:xfrm>
            <a:off x="295722" y="541962"/>
            <a:ext cx="18105118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rgbClr val="BBBB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6039644" y="1539593"/>
            <a:ext cx="6208712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DFDFD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6d375ee9_0_22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9" name="Google Shape;209;g3a76d375ee9_0_22"/>
          <p:cNvSpPr txBox="1"/>
          <p:nvPr/>
        </p:nvSpPr>
        <p:spPr>
          <a:xfrm>
            <a:off x="295722" y="541962"/>
            <a:ext cx="18105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Drivequiz</a:t>
            </a:r>
            <a:endParaRPr/>
          </a:p>
        </p:txBody>
      </p:sp>
      <p:sp>
        <p:nvSpPr>
          <p:cNvPr id="210" name="Google Shape;210;g3a76d375ee9_0_22"/>
          <p:cNvSpPr txBox="1"/>
          <p:nvPr/>
        </p:nvSpPr>
        <p:spPr>
          <a:xfrm>
            <a:off x="91491" y="1174423"/>
            <a:ext cx="18105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g3a76d375ee9_0_22"/>
          <p:cNvCxnSpPr/>
          <p:nvPr/>
        </p:nvCxnSpPr>
        <p:spPr>
          <a:xfrm>
            <a:off x="-11906" y="1129897"/>
            <a:ext cx="6152100" cy="2370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2" name="Google Shape;212;g3a76d375ee9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6138" y="2017100"/>
            <a:ext cx="15215724" cy="84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a76d375ee9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963" y="694000"/>
            <a:ext cx="16492076" cy="85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cxnSp>
        <p:nvCxnSpPr>
          <p:cNvPr id="223" name="Google Shape;223;p11"/>
          <p:cNvCxnSpPr/>
          <p:nvPr/>
        </p:nvCxnSpPr>
        <p:spPr>
          <a:xfrm rot="13305">
            <a:off x="-11929" y="1137040"/>
            <a:ext cx="6152284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11"/>
          <p:cNvSpPr/>
          <p:nvPr/>
        </p:nvSpPr>
        <p:spPr>
          <a:xfrm>
            <a:off x="2532352" y="2981128"/>
            <a:ext cx="13223297" cy="7305872"/>
          </a:xfrm>
          <a:custGeom>
            <a:avLst/>
            <a:gdLst/>
            <a:ahLst/>
            <a:cxnLst/>
            <a:rect l="l" t="t" r="r" b="b"/>
            <a:pathLst>
              <a:path w="13223297" h="7305872" extrusionOk="0">
                <a:moveTo>
                  <a:pt x="0" y="0"/>
                </a:moveTo>
                <a:lnTo>
                  <a:pt x="13223296" y="0"/>
                </a:lnTo>
                <a:lnTo>
                  <a:pt x="13223296" y="7305872"/>
                </a:lnTo>
                <a:lnTo>
                  <a:pt x="0" y="730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25" name="Google Shape;225;p11"/>
          <p:cNvSpPr txBox="1"/>
          <p:nvPr/>
        </p:nvSpPr>
        <p:spPr>
          <a:xfrm>
            <a:off x="295722" y="541962"/>
            <a:ext cx="18105118" cy="519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226" name="Google Shape;226;p11"/>
          <p:cNvSpPr txBox="1"/>
          <p:nvPr/>
        </p:nvSpPr>
        <p:spPr>
          <a:xfrm>
            <a:off x="91440" y="2080402"/>
            <a:ext cx="18105118" cy="99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 de pruebas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32" name="Google Shape;232;p12"/>
          <p:cNvSpPr txBox="1"/>
          <p:nvPr/>
        </p:nvSpPr>
        <p:spPr>
          <a:xfrm>
            <a:off x="91441" y="3964533"/>
            <a:ext cx="18105118" cy="168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marL="0" marR="0" lvl="0" indent="0" algn="ctr" rtl="0">
              <a:lnSpc>
                <a:spcPct val="6545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76d375ee9_0_12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95A68A-5803-8105-7EF5-804E0B6BD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017" y="1582987"/>
            <a:ext cx="5581965" cy="7121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4" name="Google Shape;244;p14"/>
          <p:cNvSpPr txBox="1"/>
          <p:nvPr/>
        </p:nvSpPr>
        <p:spPr>
          <a:xfrm>
            <a:off x="91441" y="4469264"/>
            <a:ext cx="18105118" cy="120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76d375ee9_0_5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0" name="Google Shape;250;g3a76d375ee9_0_5"/>
          <p:cNvSpPr txBox="1"/>
          <p:nvPr/>
        </p:nvSpPr>
        <p:spPr>
          <a:xfrm>
            <a:off x="91491" y="845989"/>
            <a:ext cx="18105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latin typeface="Calibri"/>
                <a:ea typeface="Calibri"/>
                <a:cs typeface="Calibri"/>
                <a:sym typeface="Calibri"/>
              </a:rPr>
              <a:t>Competencia</a:t>
            </a:r>
            <a:endParaRPr/>
          </a:p>
        </p:txBody>
      </p:sp>
      <p:graphicFrame>
        <p:nvGraphicFramePr>
          <p:cNvPr id="251" name="Google Shape;251;g3a76d375ee9_0_5"/>
          <p:cNvGraphicFramePr/>
          <p:nvPr/>
        </p:nvGraphicFramePr>
        <p:xfrm>
          <a:off x="1310325" y="219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{F08317DC-60F9-4DB0-87C7-A98C8C88BD22}</a:tableStyleId>
              </a:tblPr>
              <a:tblGrid>
                <a:gridCol w="504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Característica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DriveQuiz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PrácticaTest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Conducción Vial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Simulaciones realistas por árbol de conocimiento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Sí, alineadas al árbol oficial y progresivas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Árbol de conocimiento estructurado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Completo y guiado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 posee estructura pedagógica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 posee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5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Estadísticas personalizadas por tema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Detalladas (fortalezas, debilidades, promedios)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🔶 Limitadas (solo puntaje general)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Muy básicas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Seguimiento del progreso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Avance por curso, árbol y examen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🔶 Parcial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Recursos educativos multimedia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Videos, documentos, mini tests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🔶 Algunos artículos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Principalmente preguntas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Experiencia de estudio orientada al aprendizaje real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Metodología pedagógica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Solo práctica de preguntas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Solo preguntas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Retroalimentación inteligente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Personalizada por rendimiento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General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Perfiles y estadísticas para cada usuario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Sí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🔶 Parcial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Gamificación ligera (motivación)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✅ Sí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❌ No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Costo / acceso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Flexible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Limitado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Limitado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 descr="EscuelaIT Duoc UC - Escuela de Informática y Telecomunicaciones Duoc UC - Duoc  UC | LinkedIn"/>
          <p:cNvSpPr/>
          <p:nvPr/>
        </p:nvSpPr>
        <p:spPr>
          <a:xfrm>
            <a:off x="13158228" y="311325"/>
            <a:ext cx="4712113" cy="1178052"/>
          </a:xfrm>
          <a:custGeom>
            <a:avLst/>
            <a:gdLst/>
            <a:ahLst/>
            <a:cxnLst/>
            <a:rect l="l" t="t" r="r" b="b"/>
            <a:pathLst>
              <a:path w="6282817" h="1570736" extrusionOk="0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57" name="Google Shape;257;p15"/>
          <p:cNvSpPr txBox="1"/>
          <p:nvPr/>
        </p:nvSpPr>
        <p:spPr>
          <a:xfrm>
            <a:off x="91490" y="4878388"/>
            <a:ext cx="18105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pic>
        <p:nvPicPr>
          <p:cNvPr id="258" name="Google Shape;258;p15" descr="a blue suv with a roof rack on the top of it . (proporcionado por Tenor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8463" y="2481167"/>
            <a:ext cx="2615475" cy="26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Personalizado</PresentationFormat>
  <Paragraphs>112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SINDICATO FALABELLA ARUCO MAIPU</cp:lastModifiedBy>
  <cp:revision>1</cp:revision>
  <dcterms:created xsi:type="dcterms:W3CDTF">2006-08-16T00:00:00Z</dcterms:created>
  <dcterms:modified xsi:type="dcterms:W3CDTF">2025-11-20T21:24:29Z</dcterms:modified>
</cp:coreProperties>
</file>